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1F2937"/>
                </a:solidFill>
                <a:latin typeface="Tahoma"/>
              </a:rPr>
              <a:t>เจาะลึก 4 Flow การจัดซื้อที่สำคัญ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4B5563"/>
                </a:solidFill>
                <a:latin typeface="Tahoma"/>
              </a:rPr>
              <a:t>Odoo 18 Enterprise - TheCool 18e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RM + Scrap | Assets | Consumables | Services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คู่มือการปฏิบัติงานทีละขั้นตอน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📦 Flow 1: วัตถุดิบผลิต (RM) + ของเสีย (Scrap)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เป้าหมาย: ซื้อของเข้าคลังแบบมี Lot และปันส่วนต้นทุนของเสียเข้าสินค้า (Landed Cost)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สร้าง PR: เมนู Purchase &gt; My Requisitions &gt; New (เช่น เม็ดพลาสติก 100 kg)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สร้าง PO: เข้าหน้า PR ที่อนุมัติแล้ว กดปุ่ม Create RFQ และใส่ราคา (100 บาท/kg)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รับของ: ไปที่หน้า PO กดปุ่ม Receive Products และใส่ Lot Number (เช่น LOT001)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แจ้งของเสีย: เมนู Inventory &gt; Operations &gt; Scrap &gt; ใส่จำนวน 5 kg เลือก Lot001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5. Landed Cost: ระบบดึงเงิน 500 บาท (5kg x 100) ไปบวกเพิ่มต้นทุนให้ 95kg ที่เหลือทันที!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Accounting Impact: Dr. Inventory / Cr. Accrued Expense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🛠️ Flow 2: ทรัพย์สินขนาดใหญ่ (Grand Asset) + ส่วนประกอบ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เป้าหมาย: ซื้อเครื่องจักรแม่พร้อมหัวตัดลูก และคุมทะเบียนทรัพย์สินอัตโนมัติ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สร้าง PR: ใส่ 1 ใบ 2 บรรทัด (Main Machine 1M / Spare Part Asset 100k)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สร้าง PO &amp; รับของ: ทำตามขั้นตอนมาตรฐาน รับเข้าคลัง Asset Location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วางบิล (Bill): เลือก Account เป็น 'สินทรัพย์ระหว่างติดตั้ง' และกด Post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ตรวจสอบ Asset: เมนู Accounting &gt; Assets จะพบรายการใหม่ 2 รายการ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5. จับคู่: เข้าไปที่ 'หัวตัดสำรอง' เลือก Parent Asset ให้ชี้ไปที่ 'เครื่องจักรหลัก'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CAPEX Flow: Requires Higher Approval Tiers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🧤 Flow 3: สินค้าสิ้นเปลือง (Consumables) เก็บเข้าคลัง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เป้าหมาย: รับของเข้านับจำนวนได้ แต่ตัดเป็นค่าใช้จ่ายแผนกทันที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สร้าง PR: ระบุ Analytic Account (แผนกที่ขอซื้อ) เสมอ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ซื้อและรับของ: ระบบบันทึกจำนวน On Hand เข้าสต็อกตามปกติ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การตรวจสอบ: ดูหน้าสินค้า On Hand = 50 แต่ในงบดุลมูลค่าจะเป็น 0 (ตัดจ่ายทันที)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การเบิกใช้: เมื่อพนักงานมาหยิบไปใช้ ให้ Store ทำใบ Internal Transfer เพื่อตัดจำนวน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Controlled Item: Tracked Quantity, Zero Value Asset.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📞 Flow 4: งานบริการ (Services)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เป้าหมาย: จ้างเหมาบริการและบันทึกรับงาน (Service Entry)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สร้าง PR/PO: บันทึกรายการจ้างบริการ (เช่น บริการซ่อมบำรุง 5,000 บาท)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รับงาน (Service Entry): งานบริการ 'ไม่มีใบรับของ' ในคลังสินค้า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ยืนยันการรับงาน: กลับไปที่หน้า PO และแก้ช่อง Received จาก 0 ให้เป็น 1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วางบิล: กด Create Bill เพื่อตั้งเจ้าหนี้รอจ่ายเงินตามยอดที่ยืนยันการรับงาน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Non-Inventory Item: Managed through PO Received Quantity.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UAT Practice Scenarios (Database 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Scene 1: ทดสอบคำนวณต้นทุน Scrap กลับเข้าสินค้าจริง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Scene 2: ทดสอบการผูก Parent/Child Asset และดูรายงาน Asset Hierarchy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Scene 3: ตรวจสอบงบกำไรขาดทุน หลังบันทึกรับของ Consumables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ศูนย์สรุป (Final Wrap-up)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Flow ที่แม่นยำ คือหัวใจของการควบคุมทุนและกำไร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ใช้ Smart Buttons ในหน้า PO เพื่อตรวจสอบความเชื่อมโยงเสมอ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หากพบปัญหาหน้างาน ให้ติดต่อทีม IT/Consultant ทันที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