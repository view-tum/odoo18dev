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F2937"/>
                </a:solidFill>
                <a:latin typeface="Tahoma"/>
              </a:rPr>
              <a:t>Purchase &amp; Procurement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4B5563"/>
                </a:solidFill>
                <a:latin typeface="Tahoma"/>
              </a:rPr>
              <a:t>Odoo 18 Enterprise - TheCool 18e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Internal Control &amp; Advanced Flows</a:t>
            </a:r>
          </a:p>
          <a:p>
            <a:r>
              <a:rPr sz="1600" b="0">
                <a:solidFill>
                  <a:srgbClr val="4B5563"/>
                </a:solidFill>
                <a:latin typeface="Tahoma"/>
              </a:rPr>
              <a:t>Session 3 ชั่วโมง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Session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สร้างมาตรฐานการซื้อด้วย PR-to-PO Mandatory Flow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ควบคุมงบประมาณและอำนาจการอนุมัติ (Approval Tiers)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จัดการทรัพย์สินแบบ Hierarchy (Parent + Components)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เข้าใจการตั้งค่า Rebate แบบขั้นบันได (Tiered Rebate)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ตรวจสอบความถูกต้องของบัญชีและ Stock 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The 'Standard First'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ถ้ายากไป ให้กลับมาดู Standard Odoo ก่อน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เน้นการใช้ Auto-Procurement (MTO/MTS) แทนการคีย์มือ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 คือด่านแรกของการคุมต้นทุน (Cost Control)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Data ต้องไหลส่งต่อไปยัง Accounting ได้ 100%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Roadmap: Morning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1. Introduction &amp; PR-First Policy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2. Master Data Foundation (Vendor &amp; Category)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3. Scenario 1: Raw Materials (RM) Purchase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4. Scenario 2: Consumables &amp; Expense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1: PR to PO (Mandatory)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 Create -&gt; Workflow Approval (Dept -&gt; Finance -&gt; MD)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Convert PR to PO (1 PR สามารถแตกเป็นหลาย PO ตาม Vendor ได้)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PO Confirmation: ล็อกราคาและเงื่อนไขการส่งมอบ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Smart Buttons: ตรวจสอบความเชื่อมโยงกลับไปที่ PR ต้นทาง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PR/02501, PO/08512, oi_workflow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Flow 2: Receipt &amp; Scrap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Receipt: รับของเข้าคลัง (Dr. Stock / Cr. Accrued)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Quality Check: ตรวจสอบสินค้าก่อนรับจริง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Scrap on Receipt: ถ้าของเสีย ให้ Record Scrap ทันที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ผลกระทบ: ของเสียจะถูกตัดออกจาก Stock Valuation และบันทึก Expense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GMP/IN/03512, Scrap Order SP/00021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Scenario 3: Grand Assets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ซื้อเครื่องจักร (Machine) ที่มีส่วนประกอบย่อย (Parts)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PO Line: แยกบรรทัด Parent และ Child เพื่อคุม Serial Number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Auto-Asset creation: ระบบสร้าง Asset ID ให้จากหน้า Vendor Bill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Asset Hierarchy: กดดู 'Total Group Value' ได้ที่ตัวแม่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Demo: Fixed Asset Category: 'Machines', Asset Linkage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Scenario 4: Tiered Rebate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Settings: ผูก Vendor เข้ากับ Rebate Group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Tiered Rules: กำหนด % ตามยอดสะสม (เช่น &gt; 500k ได้ 3%)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Quarterly Trigger: ระบบคำนวณยอดซื้อสะสมทุก 3 เดือน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Settlement: ออก Credit Note หรือหักลบกับ Bill รอบถัดไป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1722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Tahoma"/>
              </a:rPr>
              <a:t>New Feature: Rebate Group / settlement_type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Accounting E2E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PR ($0) -&gt; PO ($0) -&gt; Receipt (Inventory Dr / Accrued Cr)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Bill (Accrued Dr / Account Payable Cr)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Landed Cost (Inventory Dr / Expenses Cr)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Payment (Account Payable Dr / Bank 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Common Failure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คีย์ราคาผิดใน PO (แก้ไขได้ก่อน Bill เท่านั้น)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ลืมผูก Asset Category ใน Product Master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UoM ไม่สัมพัทธ์กัน (เช่น ซื้อเป็นลัง รับเป็นชิ้น)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Vendor ไม่ได้ตั้ง Payment Terms ทำให้ Due Date ผิด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Next Steps: UAT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ใช้งานที่ Database 11 (UAT Environment)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ทดสอบตาม 'Happy Path' ใน Agenda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แจ้งปัญหา/Feedback ผ่าน IT Support ทันที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66534"/>
                </a:solidFill>
                <a:latin typeface="Tahoma"/>
              </a:rPr>
              <a:t>Closing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Purchase คือต้นทางของกำไร (Buy Low, Control Well)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ระบบที่ดีย่อมมาจาก Master Data ที่ถูกต้อง</a:t>
            </a:r>
          </a:p>
          <a:p>
            <a:pPr/>
            <a:r>
              <a:rPr sz="1800" b="0">
                <a:solidFill>
                  <a:srgbClr val="1F2937"/>
                </a:solidFill>
                <a:latin typeface="Tahoma"/>
              </a:rPr>
              <a:t>ขอบคุณผู้เข้าร่วมอบรมทุกท่านครับ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164592" cy="5212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