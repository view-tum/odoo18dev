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การอบรมระบบจัดซื้อ (Purchase Training)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ภาพรวมตั้งแต่การตั้งค่า จนถึงใบสำคัญบัญชี (E2E)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Session 3 ชั่วโมง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วัตถุประสงค์ของการอบรม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เข้าใจการตั้งค่าพื้นฐาน (Master Data) ทั้งระบบ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ฝึกปฏิบัติขั้นตอนขอซื้อ PR จนถึงสั่งซื้อ PO (Mandatory Flow)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จัดการทรัพย์สินแบบชุด (Asset Hierarchy) และส่วนประกอบ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บริหารระบบเงินคืนสะสม (Tiered Rebate) ตามยอดซื้อ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ตรวจสอบความถูกต้องของบัญชีและต้นทุน (E2E Accounting)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หลักการ 'Standard First, Custom Later'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เน้นการทำงานตามมาตรฐาน Odoo 18 เป็นหลัก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ลดงานคีย์มือด้วยระบบอัตโนมัติ (MTO/MTS/Orderpoint)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ข้อมูลทุกจุดต้องไหลเชื่อมโยงไปถึงระบบบัญชี 100%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ออกแบบระบบเพื่อรองรับการเติบโต 5-10 ปี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การตั้งค่าพื้นฐาน (Setting &amp; Master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Vendor: กำหนดเงื่อนไขการชำระเงิน และกลุ่ม Rebate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Product Category: ตั้งค่าบัญชีสต็อก และบัญชีพัก (Interim)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Automated Rules: ตั้งค่าสั่งซื้อล่วงหน้าด้วย Reordering Rules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Analytic Accounts: กำหนดศูนย์ต้นทุนเพื่อการวิเคราะห์กำไร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ขั้นตอนที่ 1: การขอซื้อ (PR) และการอนุมัติ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 Creation: ผู้ใช้งานระบุความต้องการและศูนย์ต้นทุน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Workflow Approval: อนุมัติผ่านระบบ (หัวหน้าแผนก -&gt; บัญชี -&gt; MD)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Budget Control: ตรวจสอบงบประมาณก่อนดำเนินการสั่งจริง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ความสำคัญ: เป็นด่านแรกในการคุมรายจ่ายของบริษัท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ระบบงานขอซื้อผ่านโมดูล oi_workflow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ขั้นตอนที่ 2: การแปลง PR เป็นใบสั่งซื้อ (PO)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Consolidation: รวบหลาย PR สู่ PO ใบเดียวตามผู้ขาย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PO Confirmation: ยืนยันราคา, หน่วยซื้อ (UoM) และวันส่งมอบ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Change Management: การปรับปรุงราคาต้องทำก่อนบันทึกหนี้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Smart Buttons: ตรวจสอบประวัติการซื้อ (Price History) ได้ทันที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ปุ่ม 'Create PO' และการจัดการบรรทัดสินค้า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ขั้นตอนที่ 3: การรับสินค้า และสินค้าเสีย (Scrap)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Receipt: รับเข้าคลังจริง พร้อมระบุ Lot/Serial Number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Damaged Goods: หากพบของเสีย ให้บันทึก Scrap ทันทีที่หน้างาน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Inventory Impact: สต็อกเพิ่มขึ้นตามจำนวนที่ใช้งานได้จริง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Landed Cost: การนำค่าขนส่งมาคำนวณรวมเป็นต้นทุนสินค้า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ใบรับสินค้า (GRN) และการทำ Scrap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ระบบทรัพย์สิน: Parent + Child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โจทย์: ซื้อเครื่องจักรขนาดใหญ่ที่มีส่วนประกอบแยกย่อย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PO Line: แยกรายการบรรทัดแม่ (Machine) และบรรทัดลูก (Parts)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Auto-Asset: ระบบสร้างทะเบียนทรัพย์สินให้จากใบแจ้งหนี้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Hierarchy View: ตรวจสอบมูลค่ารวม (Total Group Value) ได้ที่ตัวแม่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Asset Category และทะเบียนทรัพย์สินอัตโนมัติ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ระบบเงินคืน: Tiered Rebate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Group Setup: จัดกลุ่มผู้ขายเข้ากลุ่ม Rebate เดียวกัน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Tiered Rules: กำหนด % เงินคืนยอดสะสม (เช่น &gt; 1M ได้ 5%)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Quarterly Settlement: รวบรวมยอดซื้อสะสมและสรุปผลทุก 3 เดือน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Credit Note: บันทึกรับรายได้เงินคืนเพื่อความถูกต้องทางบัญชี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New Feature: การตั้งค่า Rebate Group ในหน้าผู้ขาย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ผลกระทบบัญชี (E2E Accounting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จังหวะรับสินค้า (Receipt): [Dr. สต็อก / Cr. สินค้าระหว่างทาง]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จังหวะบันทึกเจ้าหนี้ (Bill): [Dr. สินค้าระหว่างทาง / Cr. เจ้าหนี้การค้า]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จังหวะชำระเงิน (Payment): [Dr. เจ้าหนี้การค้า / Cr. เงินฝากธนาคาร]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จังหวะภาษี: บันทึกภาษีซื้อ 7% และการหัก ณ ที่จ่าย (WHT)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การทดสอบระบบ (UAT) ใน Database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ทดสอบตามสถานการณ์ (Scenarios) ที่ได้รับเลือก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ใช้ข้อมูลจริงในการทดลองเพื่อหาจุดอ่อนของ Flow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ตรวจสอบผลลัพธ์ในสมุดรายวัน (Journal Entries)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แจ้งปัญหาและ Feedback ผ่านทีม IT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บทสรุป (Closing)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ข้อมูลที่ถูกต้อง (Setting) นำไปสู่การตัดสินใจที่แม่นยำ (E2E)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ระบบเป็นเพียงเครื่องมือ ความมีวินัยของผู้ใช้คือหัวใจ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ขอบคุณผู้เข้าร่วมการอบรมทุกท่านครับ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