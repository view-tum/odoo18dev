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1F2937"/>
                </a:solidFill>
                <a:latin typeface="Tahoma"/>
              </a:rPr>
              <a:t>Odoo 18 Purchase: 3-Hour Intensive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 b="0">
                <a:solidFill>
                  <a:srgbClr val="4B5563"/>
                </a:solidFill>
                <a:latin typeface="Tahoma"/>
              </a:rPr>
              <a:t>Odoo 18 Enterprise - TheCool 18e</a:t>
            </a:r>
          </a:p>
          <a:p>
            <a:r>
              <a:rPr sz="1600" b="0">
                <a:solidFill>
                  <a:srgbClr val="4B5563"/>
                </a:solidFill>
                <a:latin typeface="Tahoma"/>
              </a:rPr>
              <a:t>Workshop เจาะลึก 4 Flow สำคัญในเวลาจำกัด</a:t>
            </a:r>
          </a:p>
          <a:p>
            <a:r>
              <a:rPr sz="1600" b="0">
                <a:solidFill>
                  <a:srgbClr val="4B5563"/>
                </a:solidFill>
                <a:latin typeface="Tahoma"/>
              </a:rPr>
              <a:t>หลักสูตรเร่งด่วนสำหรับผู้ใช้งาน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ตารางการอบรม (Time-Blocked)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09:00 - 09:30: พื้นฐานจัดซื้อ และการตั้งค่า Master Data ที่จำเป็น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09:30 - 10:00: Flow 1 - การซื้อวัตถุดิบ (RM) และการจัดการของเสีย (Scrap)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10:00 - 10:30: Flow 2 - การซื้อทรัพย์สิน (Assets) และการผูกความสัมพันธ์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10:30 - 11:00: Flow 3 - สินค้าสิ้นเปลือง (Consumables) และการคุมแผนก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11:00 - 11:30: Flow 4 - งานบริการ (Services) และการรับงาน (Service Entry)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11:30 - 12:00: สรุปบัญชี E2E สรุปประเด็น และถาม-ตอบ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Part 1: Overview &amp; Setting (09:00 - 09:30)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1. Master Data: Vendor (Payment Terms) และ Product Category (Account)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2. Internal Control: ทุกการสั่งซื้อต้องเริ่มที่ใบขอซื้อ (PR) เพื่อคุมงบ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3. Workflow Approval: อนุมัติผ่านระบบ oi_workflow (Dept -&gt; Finance -&gt; MD)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4. Reordering Rule: ตั้งจุดสั่งซื้อเพื่อลดงานคีย์ PR ด้วยมือ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Setting Need: Foundation for accurate Data 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Flow 1: 📦 วัตถุดิบ (RM) + Scrap (09:30 - 10:00)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1. PR Creation: ระบุสินค้าเม็ดพลาสติก 100 kg พร้อมงบประมาณ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2. PO &amp; Receipt: ยืนยันราคาและรับของเข้าคลังพร้อมระบุ Lot Number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3. Scrap Order: บันทึกของเสีย 5 kg เพื่อยอดสต็อกที่แม่นยำ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4. Landed Cost: ปันส่วนมูลค่า 5kg กลับไปเป็นต้นทุนให้ 95kg ที่เหลือทันที!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Accounting Tip: Landed Cost will affect Total Stock 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Flow 2: 🛠️ ทรัพย์สิน (Assets) แม่-ลูก (10:00 - 10:30)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1. CAPEX Budget: เปิด PR ซื้อเครื่องจักรหลักและส่วนประกอบลูกในใบเดียว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2. Asset Receipt: รับเข้าสถานที่ Asset Location เพื่อคุมทะเบียนทรัพย์สิน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3. Vendor Bill: บันทึกบัญชีเข้า 'สินทรัพย์ระหว่างติดตั้ง' เพื่อรอ Post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4. Asset Hierarchy: ผูก Parent Asset เพื่อบริหารมูลค่าทรัพย์สินรวบทั้งกลุ่ม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Asset Automation: Automatic ID Creation on Bill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Flow 3: 🧤 สินค้าสิ้นเปลือง (Consumables) (10:30 - 11:00)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เป้าหมาย: รับของนับจำนวนได้ (On Hand) แต่ตัดจ่ายทันที (Expense)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1. Analytic Rule: ต้องระบุ Analytic Account ของแผนกที่เบิกใช้ใน PR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2. Manual Valuation: รับเข้าสต็อกเพื่อนับจำนวน แต่บัญชีสะท้อน $0 ทันที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3. Internal Transfer: ใช้ใบโอนย้ายภายใน เพื่อตัดจำนวนออกจากคลังจริง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Controlled Items: PPE, Gloves, Office Stationery.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Flow 4: 📞 งานบริการ (Services) (11:00 - 11:30)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เป้าหมาย: จ้างเหมาบริการและบันทึกรับงาน (Service Entry)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1. PO Action: บันทึกรายการบริการซ่อมบำรุง/จ้างเหมาในหน้าใบสั่งซื้อ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2. Service Entry: แก้ไขปริมาณ Received จาก 0 เป็น 1 (ได้รับการบริการแล้ว)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3. Accounting Bill: สร้างใบแจ้งหนี้ตั้งเจ้าหนี้ตามสัดส่วนงานที่ได้รับจริง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Note: Services do not generate Warehouse Receipts.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Part 3: บัญชี E2E และสรุป (11:30 - 12:00)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Receipt (GRN): [Dr. สต็อก / Cr. สินค้าระหว่างทาง (Accrued)]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Vendor Bill: [Dr. สินค้าระหว่างทาง / Cr. เจ้าหนี้การค้า]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Audit Trail: ใช้ Smart Button ในหน้า PO เพื่อดูความเชื่อมโยงเอกสาร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Q&amp;A: ถาม-ตอบปัญหาหน้างาน และสรุปแนวทางการใช้ UAT ใน DB11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สรุป (Final Wrap-up)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มาตรฐานจัดซื้อ คือจุดเริ่มต้นของกำไรบริษัท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วินัยในการทำ Step-by-step สำคัญกว่าความเร็ว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ขอบคุณผู้เข้าร่วมการอบรมทุกท่านครับ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