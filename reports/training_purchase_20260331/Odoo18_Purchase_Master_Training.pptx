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1F2937"/>
                </a:solidFill>
                <a:latin typeface="Tahoma"/>
              </a:rPr>
              <a:t>Master Training: Odoo 18 Purchase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 b="0">
                <a:solidFill>
                  <a:srgbClr val="4B5563"/>
                </a:solidFill>
                <a:latin typeface="Tahoma"/>
              </a:rPr>
              <a:t>Odoo 18 Enterprise - TheCool 18e</a:t>
            </a:r>
          </a:p>
          <a:p>
            <a:r>
              <a:rPr sz="1600" b="0">
                <a:solidFill>
                  <a:srgbClr val="4B5563"/>
                </a:solidFill>
                <a:latin typeface="Tahoma"/>
              </a:rPr>
              <a:t>Full Day Intensive: Overview | Setting | 4 Critical Flows</a:t>
            </a:r>
          </a:p>
          <a:p>
            <a:r>
              <a:rPr sz="1600" b="0">
                <a:solidFill>
                  <a:srgbClr val="4B5563"/>
                </a:solidFill>
                <a:latin typeface="Tahoma"/>
              </a:rPr>
              <a:t>ฉบับเจาะลึก 1 วันเต็ม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วาระการอบรม (09:00 - 12:00)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09:00 - 09:30: ภาพรวมระบบจัดซื้อ และปรัชญา Wolapart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09:30 - 10:30: การตั้งค่า Master Data และ Product Category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10:30 - 12:00: Flow 1 (RM + Scrap) และ Flow 4 (Services)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วาระการอบรม (13:00 - 16:30)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13:00 - 14:30: Flow 2 (Assets) และ Flow 3 (Consumables)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14:30 - 15:30: ระบบเงินคืนสะสม (Tiered Rebate Management)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15:30 - 16:30: สรุปบัญชี E2E และ UAT Practice (Database 11)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📦 Flow 1: RM + Scrap (Lot &amp; Landed Cost)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1. PR Creation: ระบุเม็ดพลาสติก 100 kg (My Requisitions)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2. PO Confirmation: ยืนยันราคาและผู้ขาย (100 บาท/kg)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3. Receipt: รับของเข้าคลังพร้อมระบุ Lot: LOT001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4. Scrap Order: บันทึกของเสีย 5 kg (ระบบจะไปตัดต้นทุนภายหลัง)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5. Landed Cost: ปันส่วนเงิน 500 บาท กลับเข้าเป็นต้นทุนสินค้า 95kg ที่เหลือ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🛠️ Flow 2: Assets (Grand Asset + Components)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1. Budget Request: เปิด PR ซื้อเครื่องจักรหลัก และหัวตัดลูกในใบเดียว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2. Asset Receipt: รับเข้าสถานที่ Asset Location เพื่อคุมทะเบียน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3. Billing: บันทึกเข้าบัญชี 'สินทรัพย์ระหว่างติดตั้ง'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4. Asset ID: ระบบสร้างทะเบียนอัตโนมัติ แม่-ลูก 2 รายการ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5. Hierarchy: ผูก Parent Asset เพื่อดูมูลค่ารวมของกลุ่มเครื่องจักร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🧤 Flow 3: Consumables (Managed Stock)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เป้าหมาย: รับของนับจำนวนได้ แต่ตัดค่าใช้จ่ายแผนกทันที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1. PR Setup: ต้องระบุ Analytic Account ของแผนกที่เบิกใช้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2. Immediate Expense: รับเข้าคลังสต็อกเพิ่ม แต่บัญชี $0 ทันที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3. Usage Tracking: ใช้ใบ Internal Transfer เพื่อตัดสต็อกเมื่อหยิบใช้จริง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📞 Flow 4: Services (Service Entry)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เป้าหมาย: จ้างเหมาบริการและบันทึกรับงาน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1. PO Action: บันทึกรายการบริการซ่อมบำรุงในหน้า PO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2. Service Entry: แก้ปริมาณReceived จาก 0 เป็น 1 (ได้รับการบริการแล้ว)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3. Vendor Bill: ตั้งเจ้าหนี้รอจ่ายเงินตามยอดงานที่ส่งมอบจริง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💰 ระบบเงินคืน (Tiered Rebate)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Vendor Setting: จัดกลุ่มผู้ขายเข้า Rebate Group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Flat/Tiered Rules: กำหนด % เงินคืนตามยอดซื้อสะสม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Calculation: ประมวลผลยอดซื้อสะสมรายไตรมาสอัตโนมัติ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Settlement: บันทึกรับรายได้เงินคืนผ่านใบลดหนี้ (Credit Note)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📈 บัญชี End-to-End (E2E 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Receipt (GRN): Dr. Inventory / Cr. Accrued Expense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Vendor Bill: Dr. Accrued Expense / Cr. Account Payable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Scrap Costing: Dr. Inventory (Landed Cost) / Cr. Scrap Asset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Final Step: ตรวจสอบความถูกต้องในงบกำไรขาดทุน และงบดุล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บทสรุป (Closing)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ข้อมูลที่ถูกต้อง (Setting) นำไปสู่การบริหารที่แม่นยำ (Flow)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วินัยและความต่อเนื่องคือกุญแจสู่ความสำเร็จของ ERP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ขอบคุณผู้เข้าร่วมการอบรมทุกท่านครับ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