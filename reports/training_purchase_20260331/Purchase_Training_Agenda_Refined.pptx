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1F2937"/>
                </a:solidFill>
                <a:latin typeface="Tahoma"/>
              </a:rPr>
              <a:t>การอบรมระบบจัดซื้อ (1-2-3 Overview)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 b="0">
                <a:solidFill>
                  <a:srgbClr val="4B5563"/>
                </a:solidFill>
                <a:latin typeface="Tahoma"/>
              </a:rPr>
              <a:t>Odoo 18 Enterprise - TheCool 18e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1. Overview | 2. Setting | 3. Flow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Session 3 ชั่วโมง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1. ภาพรวมระบบ (Overview Odoo PR PO)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ผังข้อมูล: ข้อมูลไหลจาก จัดซื้อ -&gt; คลังสินค้า -&gt; การเงินและบัญชี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การควบคุมภายใน: ทำไมต้องเริ่มที่ใบขอซื้อ (PR) ก่อนใบสั่งซื้อ (PO)?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Odoo 18 Benefits: ตรวจสอบสถานะและประวัติราคาได้ทันที (Real-time)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ศูนย์รวมข้อมูล: ลดความผิดพลาดจากงานคีย์มือ (Manual Entry)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2. การตั้งค่าที่จำเป็น (Setting Need)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Vendor Master: ตั้งค่าเงื่อนไขการจ่ายเงิน (Term) และกลุ่มเงินคืน (Rebate)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Product Category: กำหนดการลงบัญชีอัตโนมัติ (Manual vs Automated)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Reordering Rules: ขั้นตอนการทำใหระบบแจ้งเตือนการซื้อล่วงหน้า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Approval Workflow: ตั้งค่าระดับการอนุมัติใบขอซื้อ (Dept -&gt; Finance -&gt; MD)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Setting is the foundation of accurate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3. ขั้นตอนการทำงาน (Flow): PR &amp; 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Step 1 (PR): พนักงานสร้างใบขอซื้อ ระบุความต้องการและศูนย์ต้นทุน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Step 2 (Approval): อนุมัติผ่านระบบตามสายงานอย่างรวดเร็ว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Step 3 (Conversion): จัดซื้อดึงรายการจาก PR มาออกเป็นใบสั่งซื้อ (PO)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Step 4 (Confirmation): ยืนยันราคาและวันส่งมอบที่เป็นทางการ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3. ขั้นตอนการทำงาน (Flow): Receipt &amp; Scrap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Receipt: คลังสินค้ารับของจริงตามใบสั่งซื้อ (PO)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Stock Valuation: มูลค่าสินค้าเข้าสต็อกและบันทึกค้างจ่ายทันที (ถ้าตั้ง Auto)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Scrap: การบันทึกสินค้าเสียหน้างาน เพื่อยอดสต็อกที่แม่นยำ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Tracking: ระบุ Lot / Serial Number เพื่อการตรวจสอบย้อนกลับ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3. ขั้นตอนการทำงาน (Flow): Bill &amp; Landed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Vendor Bill: สถาปนาเจ้าหนี้การค้า พร้อมตรวจสอบภาษีซื้อและ WHT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Landed Cost: บันทึกค่าขนส่งและค่าธรรมเนียมรวมเข้าเป็นต้นทุนสินค้า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Payment: การจ่ายชำระเงินตามรอบดิว และกระทบยอดธนาคาร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Final Check: ตรวจสอบใบบัญชีแยกประเภท (General Ledger)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การประยุกต์ใช้งาน: Asset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การซื้อทรัพย์สินแบบชุด (Grand Asset) เช่น เครื่องจักรใหญ่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การแยกรายการส่วนประกอบย่อย (Components) ในใบสั่งซื้อเดียว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หน้าจอดูภาพรวมมูลค่าทรัพย์สินทั้งกลุ่ม (Total Group Value View)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การประยุกต์ใช้งาน: Tiered Rebate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การตั้งค่าเป้ายอดซื้อสะสม (Tiered Rebate Configuration)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การคำนวณยอดเงินส่งคืนอัตโนมัติทุกรายไตรมาส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การออกเอกสารใบลดหนี้ (Credit Note) เพื่อเรียกเก็บเงินคืน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UAT Practice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ทดสอบการตั้งค่า Product Category ใหม่ใน Database 11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ทดลองสร้าง Flow ตั้งแต่เปิด PR จนถึงจ่ายเงิน (E2E)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ตรวจสอบผลลัพธ์ในการบันทึกบัญชี (Journal Entries)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สรุป (Closing)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Master the Setting: รากฐานคือการตั้งค่าที่ถูกต้อง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Control the Flow: ควบคุมขั้นตอนการทำงานให้เป็นมาตรฐาน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Secure the Data: ข้อมูลที่แม่นยำนำไปสู่การบริหารที่ดี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