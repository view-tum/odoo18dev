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914400"/>
            <a:ext cx="11018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1018520" cy="7315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4626"/>
                </a:solidFill>
                <a:latin typeface="Tahoma"/>
              </a:rPr>
              <a:t>Manufacturing Training Walk-through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B5563"/>
                </a:solidFill>
                <a:latin typeface="Tahoma"/>
              </a:rPr>
              <a:t>UAT Database</a:t>
            </a:r>
          </a:p>
          <a:p>
            <a:r>
              <a:rPr sz="1500" b="0">
                <a:solidFill>
                  <a:srgbClr val="4B5563"/>
                </a:solidFill>
                <a:latin typeface="Tahoma"/>
              </a:rPr>
              <a:t>Odoo 18 Enterprise</a:t>
            </a:r>
          </a:p>
          <a:p>
            <a:r>
              <a:rPr sz="1500" b="0">
                <a:solidFill>
                  <a:srgbClr val="4B5563"/>
                </a:solidFill>
                <a:latin typeface="Tahoma"/>
              </a:rPr>
              <a:t>Plastic + Pharma + PO + Mold + Costing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3017520" cy="502920"/>
          </a:xfrm>
          <a:prstGeom prst="roundRect">
            <a:avLst/>
          </a:prstGeom>
          <a:solidFill>
            <a:srgbClr val="DE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4882896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4626"/>
                </a:solidFill>
                <a:latin typeface="Tahoma"/>
              </a:rPr>
              <a:t>Real screenshots from UAT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Training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3-hour training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14400"/>
            <a:ext cx="108356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100584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2000" b="1">
                <a:solidFill>
                  <a:srgbClr val="0F4626"/>
                </a:solidFill>
                <a:latin typeface="Tahoma"/>
              </a:rPr>
              <a:t>1. ภาพรวมระบบและแผนที่เอกสาร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2. Settings และ Master Data ที่ทำให้ระบบ auto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3. Promotion / SO 0 บาท และ free item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4. SO -&gt; MTO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5. MTS / Min-Max และ Replenishment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6. PO จาก shortage และ Buy route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7. Work Order / Shop Floor / Scrap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8. Workcenter / Mold Mapping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9. Transfer Plastic / Pharma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10. Invoice / Costing / Closing Checklist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Training sequence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Home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ใช้เป็นจุดเริ่มต้นเพื่ออธิบายว่า
flow จริงไม่ได้อยู่ในแอปเดียว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ให้ผู้ใช้งานเห็นกลุ่มแอปหลักที่เกี่ย
วข้องกับงานผลิต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`Sales` จุดเริ่มต้นของ demand
จากลูกค้า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`Inventory` ใช้ดู stock, transfer,
reordering rule และ scrap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`Manufacturing` ใช้ดู MO, WO, BoM
และ workcenter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`Purchase` ใช้ดู RFQ/PO เมื่อ
shortage ต้องซื้อ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`Accounting` ใช้ดู invoice
และผลทางบัญชี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`GMP Shop Floor` เป็นหน้าหน้างานสำหร
ับการปฏิบัติการจริง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Manufacturing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ใช้สอนโครงเมนูของ Manufacturing
และหน้าภาพรวม work centers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เป็นหน้าที่ supervisor
ใช้ดูภาระงานและดูว่ามี work orders
อยู่ที่เครื่องไหน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`Overview` ใช้ดูสถานะ workcenter
เป็นภาพรวม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`Operations` รวม MO, WO และ planning
ที่ต้องติดตาม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`Products` รวม product master และ
BoM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`Configuration` ใช้ตั้ง workcenter,
operation type และ master data
ที่มีผลกับ flow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`PLAN ORDERS` หรือ `WORK ORDERS`
บอกว่ามีงานที่เกี่ยวข้องกับ
workcenter นั้นหรือไม่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manufacturin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Product Master: FG-PSS-TH-01005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ใช้สอนว่าหน้าสินค้าเป็นต้นทางของ
logic หลายอย่างในระบบ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ตัวอย่างนี้เป็น finished good ฝั่ง
Pharma ที่ถูกใช้ตลอด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 Type` ระบุว่าสินค้าเป็น
Goods, Service หรือ Combo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`Manufacturing Type` ใช้แยก Plastic
/ Pharma / Packaging เพื่อพา flow ไป
operation type ที่ถูก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`Track Inventory`
กำหนดรูปแบบการติดตาม
lot/serial/quantity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`Invoicing Policy` บอกว่าสร้าง
invoice ตาม ordered หรือ delivered
quantities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`Sales Price` คือราคาขายมาตรฐาน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`Cost` คือต้นทุนอ้างอิงที่ใช้ใน
master 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`Category` และ `Reference` ช่วยให้
route, บัญชี และ reporting ทำงานถูก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product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Product Inventory &amp;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field ในแท็บ Inventory
ที่ทำให้ระบบตัดสินใจว่าจะไป MO หรือ
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สไลด์นี้คือหัวใจของการอธิบาย route
และ replenishment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`Routes` คือ route จริงที่ product
ใช้ เช่น Manufacture (Pharma), Buy,
Replenish on Order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`Category Routes` คือ route ที่
inherited มาจาก category หรือ
warehouse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`View Diagram` ใช้ไล่ logic route
แบบภาพ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`Responsible` บอกคนรับผิดชอบด้าน
logistics/master data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`Customer Lead Time` และ `MFG Lead
Time` ใช้ประกอบการวางแผนเวลา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`Expiration / Best Before / Removal
/ Alert Date`
สำคัญกับสินค้าที่มีการควบคุม lot และ
shelf life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b_product_fg_pss_th_01005_inventory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Products &gt; Inventory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Reordering Rule / Min-Max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flow MTS ว่าระบบเติม stock
อย่างไรเมื่อไม่ได้เริ่มจาก SO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ตัวอย่างนี้เป็น orderpoint ของ FG-
PSS-TH-01005 ที่ใช้กระตุ้น
replenishment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`Product` คือสินค้าที่ reordering
rule ควบคุม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`Warehouse` และ `Location`
ระบุว่าระบบจะดู shortage ที่ stock
ไหน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`Min Quantity`
คือระดับต่ำสุดที่ยอมให้มีใน location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`Max Quantity`
คือระดับเป้าหมายที่ระบบจะเติมกลับไป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`Quantity Multiple`
ใช้บังคับปริมาณการเติมเป็น lot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`Forecast Description` ใช้ drill
down
เพื่อดูว่าความต้องการมาจากเอกสารใด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reordering_rule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Configuration &gt; Reordering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ใช้สอนว่า MO ตัวแม่เรียก component
อะไรบ้างในระดับแรก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สไลด์นี้ช่วยปูพื้นก่อนอธิบาย child
MO และ transfer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`Product` คือสินค้าที่ BoM นี้อธิบาย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`Quantity` คือ standard batch ของ
BoM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`BoM Type` ระบุว่าเป็น Manufacture,
Kit หรือ Subcontracting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`Components` คือรายการวัตถุดิบ/กึ่งส
ำเร็จรูปที่ต้องใช้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`Operations` ใช้ผูกขั้นตอนการผลิตกับ
workcenter หรือ operation template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`Miscellaneous` มักใช้ดู operation
type หรือ option เฉพาะของ BoM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5_bom_fg_pss_th_01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Master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Products &gt; Bills of Materials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Purchase Order from Shortage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ใช้สอนว่าขาดของแล้วระบบไม่ได้ไป MO
ทุกครั้ง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ตัวอย่างนี้เป็น RFQ
จริงสำหรับวัตถุดิบและ packaging ที่
route เป็น Buy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`Vendor` คือคู่ค้าที่ระบบจะใช้สร้าง
RFQ/PO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`Order Deadline` และ `Expected
Arrival` ใช้ประกอบการวางแผนรับของ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`Deliver To` ระบุปลายทางการรับเข้า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`Products`
คือรายการที่ถูกสั่งซื้อจาก shortage
หรือการวางแผน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`Quantity`, `UoM`, `Unit Price`,
`Taxes` ใช้คำนวณมูลค่าการซื้อ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`Price Over Limit`
เป็นสัญญาณเตือนให้ตรวจราคาก่อน
confirm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9_po_p0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Purchase &gt; Orders &gt; Requests for Quotation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Promotion / FOC Sales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Flow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flow ส่งเสริมการขายและ free
item ในเอกสารขายจริง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ตัวอย่างนี้มี line ฟรีอยู่ใน order
lines และยังมี flow downstream
ต่อได้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`Customer`, `Invoice Address`,
`Delivery Address`
ใช้กำหนดปลายทางเอกสาร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`SO Type` ใช้แยกประเภทคำสั่งขาย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`Order Date` และ `Delivery Date`
ใช้ประกอบการวางแผน fulfillment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`Delivery` smart button ใช้ trace
เอกสารส่งของต่อจาก SO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`Order Lines` ต้องสังเกต free line
ที่มีราคา 0 และ tag [FREE]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`Untaxed Amount`, `VAT`, `Total`
ใช้ยืนยันมูลค่าทางการขาย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sale_foc_sob_263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Sales &gt; 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SO -&gt; MTO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Flow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demand ที่เริ่มจาก sale
แล้ววิ่งต่อไป production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เทียบกับ FOC เพื่อให้เห็นว่าหน้าจอ
SO คล้ายกัน แต่ intent ของ flow
ต่างกัน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`Delivery` smart button ใช้ดู
picking ที่ถูกสร้างจาก order นี้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`Create Invoice` ใช้เรียก invoice
ในกรณีที่ workflow กำหนดไว้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`Order Lines` ใช้ดูสินค้า, quantity,
delivered และ invoiced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`Unit Price` ของ line ปกติเทียบกับ
free line ช่วยสอนความต่างของ
promotion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`Statusbar` ใช้สอนว่าเอกสารผ่าน
Quotation, To Approve, Sales Order
อย่างไร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7_sale_mto_sob_263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Sales &gt; 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Manufacturing Order from Replenishment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Flow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MO ที่มาจาก replenishment /
Min-Max ไม่ได้มาจาก sale โดยตรง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เป็นหน้าหลักที่ planner และ
production ใช้ตรวจ component,
workorders และต้นทุน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`Product` และ `Quantity To Produce`
คือสิ่งที่จะผลิต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`Bill of Material` ชี้กลับไปที่
master data ที่ใช้ในงานนี้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`Scheduled Date` และ `Scheduled End`
ใช้วางแผนเวลา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`Component Status` ช่วยบอกว่า raw
materials พร้อมหรือไม่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`Transfers`, `Shop Floor`, `MO
Cost`, `Workorders` smart buttons
ใช้ trace flow ต่อ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`Components` tab ใช้ดูรายการที่ต้อง
consume พร้อม source location และ
quantity to consume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mo_mts_gmp_moph_0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Flow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Operations &gt; Manufacturing Orders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 Order / Shop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ใช้สอนหน้าปฏิบัติการจริงที่ operator
หรือ supervisor เจอ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เป็นจุดที่เริ่มทำงาน, บันทึกเวลา
และดูสถานะพร้อมของ/components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`Work Center` บอกว่า operation
นี้จะทำที่เครื่องไหน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`Product` และ `Quantity`
บอกว่ากำลังผลิตอะไรและปริมาณเท่าไร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`Molds` และ `Mold Cost`
สำคัญกับงานฝั่ง plastic
หรือกรณีที่มี mold mapping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`Manufacturing Order`
ใช้ย้อนกลับไปเอกสารแม่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`Expected Duration`
คือเวลามาตรฐานที่ระบบคำนวณให้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`Time Tracking` ใช้ดู employee
productivity, start/end และเวลาจริง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5_workorder_operation_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Operations &gt; Work Orders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Workcenter Master: Injection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master ของเครื่องจักรจริงฝั่ง
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หน้าจอนี้เชื่อมกับการวางแผน, costing
และ allowed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`Work Center Name` และ `Code`
ใช้อ้างอิงเครื่อง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`Is Mold?` แยก machine ออกจาก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`Manufacturing Type`
ช่วยจัดกลุ่มเครื่องตามโรงงาน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`Time Efficiency`, `Capacity`, `OEE
Target` ใช้ในการวางแผนและวัดผล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`Cost per hour` และ `per employee`
ใช้เป็นฐานของ machine/labor cost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`Analytic Distribution`
ใช้โยงต้นทุนเข้า analytic/accounting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_workcenter_injectio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Workcenter Compatibility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ใช้สอนว่าเครื่องหนึ่งเครื่องรับ mold
อะไรได้บ้าง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เป็นแกนของ auto machine/mold
selection ฝั่ง plastic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`Work Center` ในตารางคือ mold
ที่เครื่องนี้ใช้ร่วมกันได้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`Mold Status` บอกสถานะของ mold เช่น
Normal, Warning, Full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`Usage` แสดงจำนวน shots ที่ใช้ไปแล้ว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`Limit` คือ mold life limit
ที่ใช้เตือนการบำรุงรักษา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`Add a line` ใช้เพิ่ม mold
compatibility ใหม่ให้เครื่อง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b_workcenter_injection5_compati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Workcenter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&gt; Compatibility Matrix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Mold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master data ของ mold
ที่ตอนนี้เปิดให้เห็น field Is Mold?
แล้ว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เป็นหน้าอ้างอิงเรื่อง mold cost,
mold life และ cavities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`Is Mold?` ต้องติ๊กเพื่อให้ record
นี้ทำงานใน logic 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`Mold Cost / Hour` ใช้คำนวณต้นทุน
mold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`Cavities` ใช้ตีความ output ต่อหนึ่ง
shot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`Mold Life Limit (Shots)`
คืออายุใช้งานสูงสุดตามแผน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`Mold Status`
บอกว่าตอนนี้อยู่ในระดับ Normal,
Warning หรือ Full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`Shots Taken` smart button
ด้านบนใช้ดูการใช้งานสะสมเทียบ limit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_mold_upper_w01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(Mold)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Mold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ใช้สอนสองเรื่องพร้อมกันคือ
compatible machines และ produced
products efficiency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เป็นข้อมูลฝั่ง mold
ที่ช่วยให้ระบบรู้ว่า mold
นี้ใช้กับสินค้าอะไรและเครื่องไหนได้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`Compatible Machines`
คือรายการเครื่องที่รับ mold
ตัวนี้ได้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`Machines are linked back...`
อธิบายว่าความสัมพันธ์นี้มาจาก
machine side ได้ด้วย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`Product` คือสินค้าที่ mold
นี้ผลิตได้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`Cycle Time (s)`
คือเวลามาตรฐานต่อรอบ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`Units / Hour`
ใช้ช่วยคำนวณความสามารถในการผลิต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`Add a line` ใช้เพิ่ม product
efficiency row ใหม่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b_mold_upper_w01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Mold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Manufacturing &gt; Configuration &gt; Work Centers (Mold) &gt; Mold Matrix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Transfer Plastic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internal transfer ฝั่ง
Plastic และการส่ง semi ต่อไปยัง
stock/ขั้นถัดไป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เป็นหลักฐานว่าระบบแยก operation type
ของ Plastic ชัดเจน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`Operation Type` ต้องเป็น Transfer
Plastic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`Source Location` และ `Destination
Location` ระบุทิศทางการย้าย stock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`Source Document` ใช้ trace กลับไป
MO ที่เป็นต้นทาง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`Product` ใน operation lines คือ
semi หรือชิ้นส่วนที่ย้ายจริง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`Demand` กับ `Quantity`
ใช้ดูความต้องการเทียบกับ qty
done/processed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`Validate` คือขั้นตอนยืนยัน movement
เข้าสต็อกปลายทาง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_transfer_plastic_gmp_trpl_0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Transfers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Transfer Pharma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 internal transfer ฝั่ง Pharma
และการรับชิ้นส่วน/FG
ที่เกี่ยวข้องกับโรงงานยา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จับคู่กับสไลด์ก่อนหน้าเพื่อเทียบ
Plastic กับ Pharma แบบเห็นภาพ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`Operation Type` ต้องเป็น Transfer
Pharma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`Source Document` อาจรวม MO
หลายใบที่ feed เข้ามาใน transfer
เดียว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`Operations` table ใช้ดูสินค้าแต่ละต
ัวที่ถูกรวมมาจากงานผลิต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`Demand` ช่วยอ่าน requirement
ของการเคลื่อนย้าย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`Ready / Done` status ช่วยบอกว่าการเ
คลื่อนย้ายถึงขั้นไหนแล้ว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3_transfer_pharma_gmp_trph_0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Inventory &gt; Operations &gt; Transfers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Invoice &amp; Accounting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Accounting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49834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03327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หน้าที่ของหน้า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307592"/>
            <a:ext cx="4727448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ใช้สอนปลายทางด้านเอกสารบัญชีหลังจาก
sale และ delivery วิ่งต่อมา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แม้ training หลักอยู่ฝั่ง
Manufacturing แต่ต้องจบที่ภาพรวม
accounting ด้วย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97480"/>
            <a:ext cx="4983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770632"/>
            <a:ext cx="47640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4626"/>
                </a:solidFill>
                <a:latin typeface="Tahoma"/>
              </a:rPr>
              <a:t>Field ที่ต้องอธิบาย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044952"/>
            <a:ext cx="4727448" cy="3035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`Customer`, `Invoice Date`, `Payment
terms`, `Journal` คือ header หลักของ
invoice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`Invoice Lines` ใช้ดูสินค้า,
quantity, price และภาษี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`Account`
คือบัญชีรายได้หรือบัญชีที่ผูกจาก
product/accounting config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`Analytic` ใช้สำหรับ reporting
หรือการกระจายต้นทุน/รายได้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`Untaxed Amount`, `VAT`, `Total`
ใช้ยืนยันยอด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1F2937"/>
                </a:solidFill>
                <a:latin typeface="Tahoma"/>
              </a:rPr>
              <a:t>`Posted` คือสถานะที่พร้อมลงบัญชีจริง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914400"/>
            <a:ext cx="612648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4_invoice_inv_d_26_04_0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1024128"/>
            <a:ext cx="5907024" cy="517550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Accounting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Accounting &gt; Customers &gt; Invoices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ahoma"/>
              </a:rPr>
              <a:t>Closing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0" y="128016"/>
            <a:ext cx="2971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Tahoma"/>
              </a:rPr>
              <a:t>Key points before go-live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914400"/>
            <a:ext cx="1083564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01498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เช็ก Product Routes และ Manufacturing Type ก่อนทุกครั้ง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เช็ก BoM และ child chain เมื่อ MO ไม่แตกต่อ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เช็ก Reordering Rule, vendor และ Buy route เมื่อของขาดแล้ว PO ไม่มา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เช็ก Workcenter / Mold Matrix เมื่อหน้างานเลือกเครื่องหรือ mold ไม่ได้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เช็ก Transfer Operation Type เมื่อ stock ข้ามโรงผิดฝั่ง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Tahoma"/>
              </a:rPr>
              <a:t>เช็ก Invoice, Valuation และ Journal เมื่อต้อง trace ผลทางบัญชี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4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2926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Tahoma"/>
              </a:rPr>
              <a:t>Closing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6565392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Tahoma"/>
              </a:rPr>
              <a:t>Operational checklist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