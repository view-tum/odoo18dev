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B2F4D"/>
                </a:solidFill>
                <a:latin typeface="Tahoma"/>
              </a:rPr>
              <a:t>Replenishment, Route, Rule, Operation Type และ Putaway ใน UAT</a:t>
            </a:r>
          </a:p>
          <a:p>
            <a:r>
              <a:rPr sz="1100" b="0">
                <a:solidFill>
                  <a:srgbClr val="5C6673"/>
                </a:solidFill>
                <a:latin typeface="Tahoma"/>
              </a:rPr>
              <a:t>อธิบายจาก config และ master data จริงของฐาน uat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789920" cy="4754880"/>
          </a:xfrm>
          <a:prstGeom prst="roundRect">
            <a:avLst/>
          </a:prstGeom>
          <a:solidFill>
            <a:srgbClr val="F5F8FC"/>
          </a:solidFill>
          <a:ln>
            <a:solidFill>
              <a:srgbClr val="D0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ใช้ตัวอย่างจริง: FG-PNC-TH-01001, FG-PSS-TH-01005, SM-PLS-UP-01001, SO-PSS-LO-01001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ชี้ความต่างระหว่างตัวจุดชนวน, policy, rule ย่อย, เอกสารจริง และกฎจัดเก็บ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ใช้เป็นสไลด์ประกอบ training หรือเป็น appendix เพิ่มใน Manu training หลักได้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B2F4D"/>
                </a:solidFill>
                <a:latin typeface="Tahoma"/>
              </a:rPr>
              <a:t>ภาพรวมคำ 5 คำในระบบ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789920" cy="4754880"/>
          </a:xfrm>
          <a:prstGeom prst="roundRect">
            <a:avLst/>
          </a:prstGeom>
          <a:solidFill>
            <a:srgbClr val="F5F8FC"/>
          </a:solidFill>
          <a:ln>
            <a:solidFill>
              <a:srgbClr val="D0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Replenishment = ตัวเริ่ม demand เช่น orderpoint, shortage, หรือ MTO demand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Route = policy ว่าจะ Buy, Manufacture, Transfer หรือ MTO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Rule = คำสั่งย่อยจริง ระบุ source, destination, action และ operation type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Operation Type = ชนิดเอกสารที่ผู้ใช้เห็นจริง เช่น Receipts, INT-PL, INT-PH, MO-PH, MO-PL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Putaway = กฎจัดเก็บหลัง stock ถึง location ใหญ่แล้ว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B2F4D"/>
                </a:solidFill>
                <a:latin typeface="Tahoma"/>
              </a:rPr>
              <a:t>Replenishment ใน uat ทำงานอย่างไร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789920" cy="4754880"/>
          </a:xfrm>
          <a:prstGeom prst="roundRect">
            <a:avLst/>
          </a:prstGeom>
          <a:solidFill>
            <a:srgbClr val="F5F8FC"/>
          </a:solidFill>
          <a:ln>
            <a:solidFill>
              <a:srgbClr val="D0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FG-PNC-TH-01001 มี orderpoint id 175 ที่ GMP/Stock, min 0, max 0, trigger auto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FG-PSS-TH-01005 มี orderpoint id 249 ที่ GMP/Stock, route Manufacture, trigger auto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FG-PSS-TH-01005 มี orderpoint id 308 ที่ M-WH/Stock ด้วย จึงมี replenishment ได้มากกว่าหนึ่งคลัง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min/max แบบ 0/0 ในฐานนี้ใช้แนวคิดเติม shortage กลับขึ้นมาที่ 0 ไม่ได้แปลว่าไม่เติมเลย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B2F4D"/>
                </a:solidFill>
                <a:latin typeface="Tahoma"/>
              </a:rPr>
              <a:t>Route จริงที่ใช้ใน uat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789920" cy="4754880"/>
          </a:xfrm>
          <a:prstGeom prst="roundRect">
            <a:avLst/>
          </a:prstGeom>
          <a:solidFill>
            <a:srgbClr val="F5F8FC"/>
          </a:solidFill>
          <a:ln>
            <a:solidFill>
              <a:srgbClr val="D0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Buy (id 5) ใช้กับของที่ต้องซื้อเข้า เช่น packaging และ RM หลายตัว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Manufacture (id 6) เป็น route มาตรฐานที่ orderpoint บางตัวเรียกใช้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Manufacture (Pharma) (id 62) และ Manufacture (Plastic) (id 63) ใช้แยกโรงงานและเลขเอกสาร MO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Auto Transfer Semi (Pharma) (id 60) และ Auto Transfer Semi (Plastic) (id 61) ใช้ดึง semi ก่อนหรือระหว่าง chain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Replenish on Order (MTO) (id 1) เป็น route ที่รวมหลาย rule ตามปลายทางไว้ใน route เดียว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B2F4D"/>
                </a:solidFill>
                <a:latin typeface="Tahoma"/>
              </a:rPr>
              <a:t>Rule คือจุดที่ logic ลงรายละเอียดจริง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789920" cy="4754880"/>
          </a:xfrm>
          <a:prstGeom prst="roundRect">
            <a:avLst/>
          </a:prstGeom>
          <a:solidFill>
            <a:srgbClr val="F5F8FC"/>
          </a:solidFill>
          <a:ln>
            <a:solidFill>
              <a:srgbClr val="D0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Rule 7: GMP: Stock (Buy) -&gt; action buy, destination GMP/Stock, operation type Receipts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Rule 146: GMP: Stock (Production) (copy) (Pharma) -&gt; action manufacture, source GMP/Stock/คลังลอย, destination GMP/Stock, operation type Manufacturing Pharma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Rule 147: GMP: Stock (Production) (copy) (Plastic) -&gt; action manufacture, source GMP/Stock/คลังลอย, destination GMP/Stock, operation type Manufacturing Plastic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Rule 144 และ 145 เป็น pull rules สำหรับ Transfer Pharma / Transfer Plastic เพื่อดึง semi เข้าคลังลอย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B2F4D"/>
                </a:solidFill>
                <a:latin typeface="Tahoma"/>
              </a:rPr>
              <a:t>Operation Type คือเอกสารจริงที่คนหน้างานเห็น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789920" cy="4754880"/>
          </a:xfrm>
          <a:prstGeom prst="roundRect">
            <a:avLst/>
          </a:prstGeom>
          <a:solidFill>
            <a:srgbClr val="F5F8FC"/>
          </a:solidFill>
          <a:ln>
            <a:solidFill>
              <a:srgbClr val="D0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Receipts -&gt; เอกสารรับของจาก vendor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Transfer Pharma / Transfer Plastic -&gt; เอกสาร internal transfer คนละฝั่งโรงงาน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Manufacturing Pharma / Manufacturing Plastic -&gt; MO คนละ sequence และคนละ operation type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ใน training ต้องให้ทีมดู Operation Type เป็นหลัก ไม่ใช่ดูจากชื่อสินค้าอย่างเดียว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B2F4D"/>
                </a:solidFill>
                <a:latin typeface="Tahoma"/>
              </a:rPr>
              <a:t>Putaway ใน uat รับไม้ต่อหลัง document เสร็จ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789920" cy="4754880"/>
          </a:xfrm>
          <a:prstGeom prst="roundRect">
            <a:avLst/>
          </a:prstGeom>
          <a:solidFill>
            <a:srgbClr val="F5F8FC"/>
          </a:solidFill>
          <a:ln>
            <a:solidFill>
              <a:srgbClr val="D0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ถ้าเข้า GMP/Stock และ category เป็น RM/พลาสติก -&gt; ไป GMP/Stock/RM/PL01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ถ้าเข้า GMP/Stock และ category เป็น RM/สารเคมี -&gt; ไป GMP/Stock/RM/สารเคมี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ถ้าเข้า GMP/Stock และ category เป็น SFG/พลาสติก -&gt; ไป GMP/Stock/Semi/พลาสติก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ถ้าเข้า GMP/Stock และ category เป็น SFG/น้ำยา -&gt; ไป GMP/Stock/Semi/โรงงานยา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Putaway ไม่ได้สร้าง PO หรือ MO แต่ใช้จัดเก็บต่อหลัง stock move สำเร็จ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B2F4D"/>
                </a:solidFill>
                <a:latin typeface="Tahoma"/>
              </a:rPr>
              <a:t>ตัวอย่าง FG-PNC-TH-01001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789920" cy="4754880"/>
          </a:xfrm>
          <a:prstGeom prst="roundRect">
            <a:avLst/>
          </a:prstGeom>
          <a:solidFill>
            <a:srgbClr val="F5F8FC"/>
          </a:solidFill>
          <a:ln>
            <a:solidFill>
              <a:srgbClr val="D0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orderpoint id 175 เป็นตัว trigger ที่ GMP/Stock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route บน product เป็น Manufacture (Pharma)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orderpoint ไม่ล็อก route เอง จึงปล่อยให้ product route เป็นคนบอกว่าจะไปโรงงานยา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เมื่อ demand เกิด ระบบจึงสร้าง chain ฝั่ง Manufacturing Pharma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B2F4D"/>
                </a:solidFill>
                <a:latin typeface="Tahoma"/>
              </a:rPr>
              <a:t>ตัวอย่าง FG-PSS-TH-01005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789920" cy="4754880"/>
          </a:xfrm>
          <a:prstGeom prst="roundRect">
            <a:avLst/>
          </a:prstGeom>
          <a:solidFill>
            <a:srgbClr val="F5F8FC"/>
          </a:solidFill>
          <a:ln>
            <a:solidFill>
              <a:srgbClr val="D0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trigger มาจาก orderpoint 249 ที่ GMP/Stock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orderpoint route = Manufacture แต่ product route = Manufacture (Pharma)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ชั้นบนสุดของ BoM มี FG-PSS-TH-02001 x16, PK-CAR-PS-01003 x1 และเทปกาว x1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เมื่อแตกต่อ จะมีทั้ง branch ที่ Buy, branch ที่เป็น Pharma, และ branch ที่เป็น Plastic อยู่ใน chain เดียวกัน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B2F4D"/>
                </a:solidFill>
                <a:latin typeface="Tahoma"/>
              </a:rPr>
              <a:t>ตัวอย่างชั้นลึกของ FG-PSS-TH-01005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789920" cy="4754880"/>
          </a:xfrm>
          <a:prstGeom prst="roundRect">
            <a:avLst/>
          </a:prstGeom>
          <a:solidFill>
            <a:srgbClr val="F5F8FC"/>
          </a:solidFill>
          <a:ln>
            <a:solidFill>
              <a:srgbClr val="D0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FG-PSS-TH-02001 แตกเป็น FG-PSS-TH-03001 x160, PK-BOX-PS-01002 และ PK-SHF-PS-01003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FG-PSS-TH-03001 แตกเป็น FG-PSS-TH-04001 ถึง FG-PSS-TH-04006 และวัสดุบางตัวที่ Buy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ตัวอย่าง FG-PSS-TH-04001 มีส่วนประกอบทั้ง SM-PSS-TH-02001, SM-PSS-TH-02002, SM-JOI-PK-02002, RM-FIL-PS-01004 และ SO-PSS-LO-01001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จุดนี้เองที่ทำให้ chain เดียวไหลทั้ง Plastic, Pharma และ Buy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B2F4D"/>
                </a:solidFill>
                <a:latin typeface="Tahoma"/>
              </a:rPr>
              <a:t>สรุป logic ที่ควรใช้สอนทีม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789920" cy="4754880"/>
          </a:xfrm>
          <a:prstGeom prst="roundRect">
            <a:avLst/>
          </a:prstGeom>
          <a:solidFill>
            <a:srgbClr val="F5F8FC"/>
          </a:solidFill>
          <a:ln>
            <a:solidFill>
              <a:srgbClr val="D0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Replenishment เป็นตัวเริ่มเรื่อง แต่ไม่ได้ตัดสินทุกอย่างด้วยตัวเอง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Route เป็น policy, Rule เป็น logic ย่อยจริง, Operation Type เป็นเอกสารจริง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Putaway ทำงานตอนท้ายเพื่อจัดเก็บ ไม่ได้เป็น procurement engine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เวลาระบบไม่ไปต่อ ให้เช็กตามลำดับ: trigger -&gt; route -&gt; rule -&gt; operation type -&gt; putaway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