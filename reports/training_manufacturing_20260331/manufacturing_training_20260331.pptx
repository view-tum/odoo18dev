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1F2937"/>
                </a:solidFill>
                <a:latin typeface="Tahoma"/>
              </a:rPr>
              <a:t>Manufacturing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rgbClr val="4B5563"/>
                </a:solidFill>
                <a:latin typeface="Tahoma"/>
              </a:rPr>
              <a:t>Odoo 18 Enterprise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Plastic + Pharma Integrated Flow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Session 3 ชั่วโมง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Session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เข้าใจภาพรวมระบบ Manufacturing ของบริษัท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เข้าใจ Promotion, MTO, MTS / Min-Max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เข้าใจ Shopfloor, Scrap และ Mold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รู้ว่าระบบ auto อะไร และต้องเช็กอะไร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Business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โรงงานมี 2 ฝั่ง: Plastic และ Pharma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Semi หลายตัวผลิตที่ Plastic แล้วส่งต่อไป Pharma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Demand 1 ตัว อาจแตกเป็นหลาย MO, Transfer และ PO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เป้าหมายคือให้ระบบ auto chain ให้มากที่สุด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Document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SO / Quotation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Replenishment / Orderpoint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Manufacturing Order / Work Order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Transfer / Delivery / Invoice / Journal Entry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Settings That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Product Routes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Manufacturing Type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BoM และ BoM Picking Type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Orderpoint และ Vendor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Workcenter, Operation Type, Mold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Factory Separation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Manufacturing Plastic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Manufacturing Pharma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Transfer Plastic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Transfer Pharma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แยก operation type ให้ถูกก่อน flow จะ auto ถูก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Flow 1: Promotion / SO 0 บาท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SO free item และ FOC line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SO -&gt; MO -&gt; Transfer -&gt; Delivery -&gt; Invoice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FOC ไม่ได้แปลว่าไม่มี stock movement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FOC ไม่ได้แปลว่าไม่มี 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S11563, SOB-263069, GMP/OUT/02504, INV-D/26/03/00960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Flow 2: SO -&gt; MTO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Demand มาจาก sale โดยตรง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ระบบแตก child MO ตาม BoM chain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ตรวจ procurement group และ smart buttons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แยก make_to_order กับ delivery rule ให้ชัด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SOB-263070, GMP/PICK/03572, GMP/OUT/02505, INV-D/26/03/00961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Flow 3: MTS / Min-Max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ไม่มี SO ก็ผลิตได้จาก Reordering Rule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ของพอ ระบบไม่สร้าง procurement เพิ่ม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ของไม่พอ ระบบตัดสิน route ไป MO หรือ PO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0/0 orderpoint ทำงานแบบเติม shortage กลับมาที่ 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FG-PNC-TH-01001, GMP/MOPH/00011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Example FG-PSS-TH-01005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ปัจจุบันวิ่งจาก Min/Max ไม่ใช่ MTO จาก SO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MO แม่อยู่ฝั่ง Manufacturing Pharma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แตก child chain ลงทั้ง FG, Semi, Solution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ใต้ chain มีทั้ง Plastic และ Pharma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Multi-level 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FG carton layer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FG 5 โหล layer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FG สี layer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Semi plastic layer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Solution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Shopfloor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Start, Good Qty, Reject Qty, Done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Workorder คือหน้างานจริงของ operator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Scrap มีผลต่อ stock และ cost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กรอก qty ผิด จะกระทบ valuation ทันที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Parallel Workcenter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Done หรือ Cancel ไม่เข้ากระจาย planned qty แล้ว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Cancelled Workorder ไม่แสดงใน Shopfloor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Logic นี้ช่วยกัน qty เพี้ยนในงาน parallel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Supervisor ต้องดูเฉพาะ active workorder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Mold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Mold map กับ product และ workcenter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ระบบ auto assign mold ตาม matrix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Mold เดียวไม่ถูก assign ซ้ำข้าม parallel WO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Mold life ขึ้นจาก output 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GMP/MOPL/00014, SP/00011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Transfer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Semi จาก Plastic ไป Pharma ผ่าน internal transfer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แยก Transfer Plastic และ Transfer Pharma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เช็กจาก Operation Type ไม่ใช่ชื่อสินค้าอย่างเดียว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ถ้า transfer ไม่มา ให้เช็ก route และ 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Purchasing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ขาดของแล้วจะไป PO ก็ต่อเมื่อ route เป็น Buy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และต้องมี Vendor พร้อม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ถ้า orderpoint route เป็น Manufacture ของจะไป MO ก่อน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Buy route มีแต่ไม่มี vendor ระบบไปต่อไม่สุด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Costing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Actual cost แยกเป็น Raw, Machine, Labor, Mold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Std cost กับ Actual cost คนละมุมมอง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Production และ Accounting ต้องเห็นภาพเดียวกัน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อย่าดูเฉพาะ invoice ให้ดู stock valuation ด้วย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Common Failure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Route ผิดฝั่ง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Vendor ไม่มี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Orderpoint ไม่ครบ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Mold ไม่ map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Stock อยู่ผิด location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Transfer ไม่เกิด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Demo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Promotion quote: S11563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FOC flow: SOB-263069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MTO flow: SOB-263070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MTS flow: GMP/MOPH/00011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100000 production trace: GMP/MOPH/00001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Mold and shopfloor: GMP/MOPL/00014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UAT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Promotion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MTO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MTS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Shopfloor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Mold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Scrap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Costing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ถ้าของหมด ระบบจะไป MO หรือ PO เพราะอะไร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อะไรเป็น auto และอะไรต้องตัดสินใจเอง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ต้องเช็ก route, BoM, orderpoint, vendor, mold mapping ก่อนเสมอ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