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Manufacturing Training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Session 3 ชั่วโมง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Plastic + Pharma Integrated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Training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1F2937"/>
                </a:solidFill>
                <a:latin typeface="Tahoma"/>
              </a:rPr>
              <a:t>เข้าใจภาพรวมระบบ Manufacturing ของบริษัทและความต่างของ Plastic กับ Pharma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เข้าใจ Promotion, MTO, MTS / Min-Max และจุดที่ระบบ auto ให้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เข้าใจ Shopfloor, Scrap, Mold, Transfer และ Costing ในระดับใช้งานจริง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รู้ว่าถ้าระบบไม่ไปต่อ ต้องเช็ก route, BoM, orderpoint, vendor และ mold mapping ก่อน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00:00-00:15  Opening และภาพรวมระบบ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อธิบายเป้าหมายของระบบ Manufacturing และภาพรวมโรงงาน Plastic กับ Pharma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ปู flow ใหญ่ของบริษัทจาก Demand ไปจนถึง Accounting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เปิดหน้า Home และ Manufacturing เพื่อให้ทุกคนเห็นภาพรวมเมนูที่เกี่ยวข้อง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ผลลัพธ์ที่ต้องได้คือผู้เข้าอบรมเห็นภาพ end-to-end ก่อนลงรายละเอียด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00:15-00:35  Settings และ Master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สอน Product Routes, Manufacturing Type, BoM, BoM Picking Type, Orderpoint, Vendor และ Mold Mapping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Product และ BoM ของ FG-PSS-TH-01005 เป็นตัวอย่างจริง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ย้ำว่า setting กลุ่มนี้เป็นต้นเหตุหลักของ flow ที่ไม่ auto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ผลลัพธ์ที่ต้องได้คือผู้เข้าอบรมรู้ว่าต้องเช็กอะไรเมื่อระบบไม่ไปต่อ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00:35-01:00  Flow 1: Promotion / SO 0 บาท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 free item และ FOC logic ตั้งแต่ quotation ไปจนถึง accounting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S11563 และ SOB-263069 เพื่อ trace SO -&gt; MO -&gt; Delivery -&gt; Invoice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ชี้ให้เห็นว่า SO 0 บาท ยังมี stock movement และ cost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 trace FOC chain ได้ด้วยตัวเอง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01:00-01:25  Flow 2: SO -&gt; MTO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 logic ของ demand จาก sale และ procurement group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SOB-263070 และ child MO ที่เกี่ยวข้อง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ชี้ให้เห็นความต่างระหว่าง make_to_order กับ make_to_stock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ผลลัพธ์ที่ต้องได้คือผู้เข้าอบรมแยกได้ว่า case ไหนควรสร้าง MO จาก 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01:25-01:45  Flow 3: MTS / Min-Max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 orderpoint, reordering rule, กรณีของพอ และกรณี stock ต่ำกว่า min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FG-PNC-TH-01001 และ GMP/MOPH/00011 เป็นตัวอย่างจริงของ replenishment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ใช้ FG-PSS-TH-01005 เป็นตัวอย่างของ ORDERPOINT_ONLY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ผลลัพธ์ที่ต้องได้คือผู้เข้าอบรมตอบได้ว่าของขาดแล้วควรไป MO หรือ PO เพราะอะไร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01:45-02:10  Shopfloor, Workorder, Scrap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สอน start, good qty, reject qty, done และ scrap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workorder ของ GMP/MOPL/00014 และ scrap SP/00011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อธิบายผลของ qty และ scrap ต่อ stock และ cost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 operator และ supervisor เข้าใจจุดที่ต้องกรอกและต้องตรวจ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02:10-02:30  Mold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สอน mold map กับ product และ workcenter, auto assign mold และ mold life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เปิด GMP/MOPL/00014 และ mold ที่ใช้กับ SM-PLS-UP-01001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ย้ำ logic ใหม่ว่า mold เดียวไม่ถูก assign ซ้ำข้าม parallel workorder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ผลลัพธ์ที่ต้องได้คือผู้เข้าอบรมรู้ว่าถ้า mold ไม่ขึ้นต้องเช็กอะไร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02:30-02:50  Transfer, Inventory, 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อธิบาย Transfer Plastic กับ Transfer Pharma และ semi ข้ามโรง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สรุป raw, machine, labor, mold cost และความต่างระหว่าง std กับ actual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ชี้เอกสารที่ใช้ trace cost ที่ปลายทาง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ผลลัพธ์ที่ต้องได้คือทีม Production, Warehouse และ Accounting คุยบนข้อมูลชุดเดียวกัน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66534"/>
                </a:solidFill>
                <a:latin typeface="Tahoma"/>
              </a:rPr>
              <a:t>02:50-03:00  Q&amp;A และ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recap จุดสำคัญของทั้ง session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สรุป checklist ก่อนใช้งานจริงและคำถามที่พบบ่อย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ชี้ next step หลัง training ว่าต้องไป UAT อะไรต่อ</a:t>
            </a:r>
          </a:p>
          <a:p>
            <a:pPr/>
            <a:r>
              <a:rPr sz="1600" b="0">
                <a:solidFill>
                  <a:srgbClr val="1F2937"/>
                </a:solidFill>
                <a:latin typeface="Tahoma"/>
              </a:rPr>
              <a:t>ผลลัพธ์ที่ต้องได้คือ key user พร้อมไป test ต่อได้จริง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1F2937"/>
                </a:solidFill>
                <a:latin typeface="Tahoma"/>
              </a:rPr>
              <a:t>ทีมแยก Promotion, MTO และ MTS ได้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ทีม trace SO -&gt; MO -&gt; Transfer -&gt; Delivery -&gt; Accounting ได้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ทีมใช้งาน Shopfloor และ Mold ได้ในระดับ operation จริง</a:t>
            </a:r>
          </a:p>
          <a:p>
            <a:r>
              <a:rPr sz="1800" b="0">
                <a:solidFill>
                  <a:srgbClr val="1F2937"/>
                </a:solidFill>
                <a:latin typeface="Tahoma"/>
              </a:rPr>
              <a:t>ทีมรู้ว่าถ้าระบบไม่ไปต่อ ต้องเช็กอะไรและต้อง escalate ให้ใคร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